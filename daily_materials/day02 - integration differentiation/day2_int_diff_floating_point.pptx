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13"/>
    <p:restoredTop sz="96327"/>
  </p:normalViewPr>
  <p:slideViewPr>
    <p:cSldViewPr snapToGrid="0" snapToObjects="1">
      <p:cViewPr varScale="1">
        <p:scale>
          <a:sx n="113" d="100"/>
          <a:sy n="113" d="100"/>
        </p:scale>
        <p:origin x="176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ADDDC-66DD-8F41-B2AB-31D7768C5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ADB5D-AEA5-A542-87FC-3C6A53D4D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9C203-8CE1-3A4B-8099-E40A1D083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224E8-2553-A048-BBC7-50A517D29694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13D29-18D7-2447-B893-1ACDDCB29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4F6FC-1AF5-7E4F-8EA8-1361A0D4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C7AD-E647-CB44-ACF9-CE754D1E6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66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B4DB1-FC9A-364B-8DE8-CE1A4602B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89460-B467-724E-8173-C805043C4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C7419-CE70-E34C-A61A-BAB98344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224E8-2553-A048-BBC7-50A517D29694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D431-5E9E-BA47-B192-D2CF68BC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59A21-54D5-E946-A8EE-DE456319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C7AD-E647-CB44-ACF9-CE754D1E6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17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93026-56F7-5649-849D-0B4FC7A4C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3E63B-4DD5-984C-8902-A2C299E62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1295E-4C38-FE4A-88D4-A626CC400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224E8-2553-A048-BBC7-50A517D29694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AD1D2-BF58-DA4F-B4DB-D60CB8F83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1243F-219B-B949-997C-5BDD4952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C7AD-E647-CB44-ACF9-CE754D1E6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1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3136-DBF7-CC48-9EC7-0A83729F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0DD59-FAE2-D34C-B819-FA0889617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13421-DDE3-F44D-8131-C9BDFCFAE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644C6-85B3-5945-89EC-DC4703771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224E8-2553-A048-BBC7-50A517D29694}" type="datetimeFigureOut">
              <a:rPr lang="en-US" smtClean="0"/>
              <a:t>2/1/21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98EF0-9B66-A04A-9265-31E38D071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322BC-319D-A640-9610-AD8BFDBC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C7AD-E647-CB44-ACF9-CE754D1E6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01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995CD-67D8-0944-9BCA-FAC80FC5B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EE602-6BFA-054C-9E71-6539C2BE0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77B40-1D8B-E743-BC90-9CB960A24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B256FF-177C-634C-AEC3-6D36F937C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CF744D-3820-3A40-B16D-3DDD7CF59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92C54-A0AA-8540-AD10-34A8F3F4F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224E8-2553-A048-BBC7-50A517D29694}" type="datetimeFigureOut">
              <a:rPr lang="en-US" smtClean="0"/>
              <a:t>2/1/21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D0DAF1-C489-2741-A64A-7B1C8E5AC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4A898D-093F-0541-9F31-9D414EF4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C7AD-E647-CB44-ACF9-CE754D1E6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04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BB2C1-AE9D-D34F-9750-E0895ABE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D9A7C1-CC25-B84A-81A5-0BD72EE81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224E8-2553-A048-BBC7-50A517D29694}" type="datetimeFigureOut">
              <a:rPr lang="en-US" smtClean="0"/>
              <a:t>2/1/21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98491-9971-0C4F-A1EE-A646B9EED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9D097-BDDD-A841-8984-58A398B11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C7AD-E647-CB44-ACF9-CE754D1E6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5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1735EB-6415-6C4F-8934-29EC71EA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224E8-2553-A048-BBC7-50A517D29694}" type="datetimeFigureOut">
              <a:rPr lang="en-US" smtClean="0"/>
              <a:t>2/1/21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0E523-DCBD-3A4F-9F57-EC4B101B8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73834-BAB6-B247-9C95-9647CE05E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C7AD-E647-CB44-ACF9-CE754D1E6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25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7CBBD-A3AC-3443-BC5C-01DB9EB6E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37111-75B6-AB42-9AB3-0AC94F25C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23A56-295E-524B-94D5-CFA5498D7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D5C19-F1F7-104B-AAFB-ADBFA09C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224E8-2553-A048-BBC7-50A517D29694}" type="datetimeFigureOut">
              <a:rPr lang="en-US" smtClean="0"/>
              <a:t>2/1/21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31BEB-0BFD-3A43-BC4A-E39A86C5C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B2728-9059-5A43-89D3-8A104067A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C7AD-E647-CB44-ACF9-CE754D1E6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30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50B3-1479-A44A-BAD5-02716390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B3D6F5-508E-CF48-9600-6DBAAB004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CDD43-6310-8F41-BF17-B87B4AB77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3D354-60A8-7648-BC18-9BF90B5D5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224E8-2553-A048-BBC7-50A517D29694}" type="datetimeFigureOut">
              <a:rPr lang="en-US" smtClean="0"/>
              <a:t>2/1/21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ABD62-A38A-A643-9DD7-D7989569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B8EF9-2D5C-E849-AC66-D6B5E298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C7AD-E647-CB44-ACF9-CE754D1E6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453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F5A71-A36D-F34B-96DD-AB77E1CF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3608B-2D79-B446-84D2-1AA34C8B4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AD772-1CAA-264E-BE35-9DD1506D4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224E8-2553-A048-BBC7-50A517D29694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20B68-0D61-6144-8F0F-E08A623A7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C0075-2B9E-4648-A6F7-A338D636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C7AD-E647-CB44-ACF9-CE754D1E6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305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3DD4AB-54D5-E547-ABAC-97494BC576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69991-4584-9749-84D4-152A57B51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02C52-FC2C-C148-8A02-99D57FE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224E8-2553-A048-BBC7-50A517D29694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E7C53-ED34-B547-AD88-29EFF85E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B1A16-4DC0-4B4C-85E9-53E9042FB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C7AD-E647-CB44-ACF9-CE754D1E6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2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8C4738-F549-2A4F-AD74-9727992FF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0D886-32B5-CC46-8654-BE1EE48F1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704A2-E790-0244-9989-009D31CEE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224E8-2553-A048-BBC7-50A517D29694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54C66-F67D-FF43-9D3E-1E71F1A40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C6B45-7405-D540-A8D2-468981FED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3C7AD-E647-CB44-ACF9-CE754D1E6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24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7D1561F0-A58B-184C-BC85-3C50ECE9A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09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0844822C-9BD0-EA42-BF54-495256E53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85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2A495053-66E4-074B-B0CE-AE7653E1B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09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30A7C712-6880-9947-ABFB-955AB5F88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79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78B7C457-AFDA-0148-B036-C2B521366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930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OShea, Brian</dc:creator>
  <cp:lastModifiedBy>OShea, Brian</cp:lastModifiedBy>
  <cp:revision>1</cp:revision>
  <dcterms:created xsi:type="dcterms:W3CDTF">2021-02-01T14:14:34Z</dcterms:created>
  <dcterms:modified xsi:type="dcterms:W3CDTF">2021-02-01T14:23:05Z</dcterms:modified>
</cp:coreProperties>
</file>