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0AFE-1AE7-4040-8774-572D029D9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6F21F-986D-D948-B702-A5121098B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F0DEB-B6C3-BB43-BF15-0B7DD5F9F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9E2D2-A870-254A-87B1-CF10CC70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68973-8E1E-F84E-B2B3-98BC7842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2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73B3B-1884-614E-A1F9-57EA38D5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89382-96CB-AE4A-A0CA-BB3419991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48117-D045-8746-BA88-F349312D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F5C77-0B9C-6B49-B283-4ACA7658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00A4-C4ED-CD4E-ACD5-271D393B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5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3615A-7109-0841-B10B-8F70A02F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D8795-851A-F540-A3FF-CE3635E42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F185A-E397-FB49-9043-F5A31FB64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AD7D9-34F4-A54B-851E-E6E74D39D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1C3DF-56D3-D94E-A1F9-18ED1A35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3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EAFC-3D73-BD40-880B-E50B64BA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D582B-067A-B043-AC4C-6E12D8B4D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A78C2-8C70-2C45-AD90-46E91DD80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7AED5-5C76-C74D-96FE-5E9ACE216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D657C-4A5D-2C40-8D26-F4B2B0137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63D65-9DC6-DE46-89C9-55DFC74D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8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996F-7E6E-314B-9D2A-0536DDE45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E45F0-70A9-7443-9EDE-8ACDE804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8E449-74C3-6C46-B1E5-8F5F623F5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00BF1E-EF7D-5E4C-8917-8966878DD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6A284-1A87-0F4B-920A-F8C999891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13EBD-5323-584B-B318-F50C7684E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72C91-E93B-B04E-B186-DFAC1F7C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381318-6324-E449-B823-782EAF50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8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37B1C-D97D-7C41-B14C-FA661673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4D231-3DC2-E542-90E8-12447743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99D9F5-B0F0-AF4C-B82F-BCF83B69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04195-1082-8D4B-9B79-2AFCC163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9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F7D6C0-E622-8144-995E-257B65771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1D3C34-B52A-244E-9F2E-76FBAC8F5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EF995-29FB-B442-B4E7-4E5391DE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AA63-5C8E-0240-9FD6-2F5C505D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B8B9F-ACD8-2945-8CF9-936423246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3D3CC-434E-1C43-AC38-424B72EFF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C3AEB-5258-5B41-BC36-9D7D4AC55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C94BA-5694-0D4B-A8C0-170769386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76199-172F-734F-BF02-FC1EA456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7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33726-4AB0-534B-BB03-E733419DA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9F281-9E94-EF47-BCD0-65270B874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453B8-DC64-384D-818A-995BFFF4B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BAFF9-374A-3149-9363-9D6F54BB4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72512-67C9-7F4C-9C7B-58E62A5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A5DBA-1042-1444-B125-739A68B7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9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219A-B8CD-7040-9300-4BD2DC11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AD31A-47F3-E244-896D-8266ABE3A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B94DF-7398-0E47-9306-0D39EC8B1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F7A5E-51B5-974C-B161-B8F82D3FF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13BB4-6C30-6747-B1C7-5C3F23DC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97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F69BD6-2ABA-6F42-AE8C-1065A6AAC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A70FF-DDE8-D04A-A252-A872759F4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A60F3-8B4E-0844-9737-967B97D3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B0D0C-15BF-8745-B825-3A5E1CD6D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EF4CB-7D69-3945-848C-3370829F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8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0AA41-5249-1E43-8E8D-5D6F293EC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628C9-7B42-E441-BEA8-8A4EF202D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0FA74-4811-3A44-8749-6862E7DE2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DEAFF-F072-1645-BCF0-BEB611228808}" type="datetimeFigureOut">
              <a:rPr lang="en-US" smtClean="0"/>
              <a:t>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AE8FA-336E-0B4A-922F-ACCE10EA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F2F4C-DFCC-6242-80DD-14BDD5D8D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9716A-E0BA-C64D-A80B-8C857E7B0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39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19FBA-EE5E-1F47-92DF-B50B1D5BAB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D1D54-5F10-FB47-8DB0-1069277807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9D9231ED-4A0F-C143-A8A1-184808C9F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66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80137EC5-1258-E845-9E69-DF2099C4A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4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38725126-CFE4-B044-A875-E1F029142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669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OShea, Brian</dc:creator>
  <cp:lastModifiedBy>OShea, Brian</cp:lastModifiedBy>
  <cp:revision>1</cp:revision>
  <dcterms:created xsi:type="dcterms:W3CDTF">2021-02-01T14:12:20Z</dcterms:created>
  <dcterms:modified xsi:type="dcterms:W3CDTF">2021-02-01T14:14:11Z</dcterms:modified>
</cp:coreProperties>
</file>