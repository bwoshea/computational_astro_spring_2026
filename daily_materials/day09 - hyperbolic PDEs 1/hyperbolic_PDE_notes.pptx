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6CC1-29C1-B64A-9276-015DBDBEC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D3E69-794D-9F4B-A69B-30C57BC54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A4264-0E82-944A-BBDA-99A10356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EFAD-309A-B94F-ADD8-1D3892FC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5CCD-A0ED-5949-AB01-7194E888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2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DDFB-B703-E44E-A7D9-F55CAE53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808A1-BCCF-A445-B294-5140F860D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BE984-BC35-F845-8168-3A20ADF8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8FF83-A6DA-1D42-A092-9AF60556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C714B-5617-1649-A9B7-F4544C0E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4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A7772-B2C4-1346-BE24-238BDA8B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2D25C-5962-DC4A-B192-7F012C485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2CE2F-3B4C-2E47-BA86-CDEAA9CB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E4574-ED00-CE4C-B698-2D2225A3C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D2207-D2A4-114B-96C5-8A00F016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4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9074-F792-A644-BE64-4CC563CA8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7C97-420E-654C-A54A-40EC2EDAD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A85CB-E3A5-A349-AFC0-6480FA975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D5878-DCBB-C048-8344-71C9D578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05008-4EF0-6A40-8C6F-79BA2C40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B137-3950-8643-B166-A10D2B54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72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BD5B-1347-C64B-8FD8-647197A5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19E2E-5FDD-5A41-B883-A582E508F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4F30D-BF53-514B-9E4E-8D32A3DD8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209AF-E064-BC4A-B57E-FE1E1A93F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52215-16FB-E941-BE62-6306F6CC4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80E18-53D4-A949-AB25-131207DB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9BE7A5-E7C7-DF41-BD44-0C586D26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073CEA-12C2-D744-A9E1-8AD8037E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0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C64C-9AC4-844E-8144-D2FD5603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D0334-851D-8145-8C61-12D41503D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50371-7A66-9145-BE62-CFB11215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EBE33-E49E-C045-8DC3-0F2EF18E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77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80A27-4F12-2A4F-8366-6D06BACC8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36B2D-1EFC-0A46-B448-1018CCA64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E404E-DE5F-6B4E-8808-D7C7E9E6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19743-757B-9146-A736-85A0E8EC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DFFB-5629-CC44-8F1D-2A00B48F4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8E0D0-9A8B-2140-8525-EBB9AA06E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48931-F437-1F47-A42B-32E01A03B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4586BD-8EB5-394D-B76E-BD889DA3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0C1F9-883C-374A-99D0-B8F207B7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6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06F9-1033-AD4A-AD36-085EB95B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AE1E0-C0A6-8F4B-AE34-77ACE1BFC4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247AC-38BB-CD45-A3FD-2EA62C3A7D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45166-0D8E-5040-9BFC-EA1B2D16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F49D5-CF0C-F74C-A9E3-621BB964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DEFE6-6CA3-9347-B13C-F22A26C2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2DD6-BCB4-D943-8C83-42B1BF48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FDED0-B5AB-984E-969B-B58A2EF76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C11-F197-9347-A9A2-407F5C7F3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657C-9512-F64D-B8EF-CD4BB205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DDB54-6B0A-C740-B771-10EA7A72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6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D5923D-A555-3846-8190-AB5473A21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9A637-2F1C-CC4B-ACB1-8EFAD6907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69D6A-F843-5D4D-94B9-F682F7AAE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6C59-2D59-8649-B101-27191881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8BC4-8D0A-7D43-BED6-B3E30E98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2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5B78A-4BB8-C944-9AED-14944C02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96E8-69BC-D247-BD40-8611B9ACD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FC194-88A4-C94D-9A58-2D015D766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023D1-D484-9349-88DA-1B707D201331}" type="datetimeFigureOut">
              <a:rPr lang="en-US" smtClean="0"/>
              <a:t>2/24/21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09E68-CFB1-B743-B260-0A5F28A3B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22C63-0210-8E42-8D64-ACAF7E92D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D7C22-06E1-594E-B314-2C19D642F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182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A69B2C61-7331-294B-B553-F16EE2CD2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167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E3B89195-B393-C44C-9634-E6FA6945B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90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2C5D43DF-5779-374B-B313-9271A5967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69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3ED09FFA-9CD4-5449-864E-C0A244B69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8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A8DA6BFC-86CA-5349-8AE2-C71FE7DB0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9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3585931A-6EA9-454B-9A3E-644D6BA1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38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336A0C59-CC0B-3246-99AC-97D4C9F68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4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90DC1DC0-6511-404E-ABD1-39B44A0A6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0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1</cp:revision>
  <dcterms:created xsi:type="dcterms:W3CDTF">2021-02-24T11:48:19Z</dcterms:created>
  <dcterms:modified xsi:type="dcterms:W3CDTF">2021-02-24T11:51:08Z</dcterms:modified>
</cp:coreProperties>
</file>