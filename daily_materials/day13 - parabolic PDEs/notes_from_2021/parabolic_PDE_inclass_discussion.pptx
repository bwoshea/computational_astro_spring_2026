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 snapToObjects="1">
      <p:cViewPr varScale="1">
        <p:scale>
          <a:sx n="104" d="100"/>
          <a:sy n="104" d="100"/>
        </p:scale>
        <p:origin x="232" y="7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53F5F-4AF6-E644-B43C-1EB2D9B93D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C1D6AD-4F9A-1847-ACD3-EED84E11CE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878B7-4BE4-8944-8AD1-4D6073379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BEC8E8-C97A-5A44-8F20-9FD4CC507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68F691-DA0C-7D44-9483-191D84A92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8570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FF56C3-2230-0C4F-967D-A1E84EE98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7EB7D-E56B-A446-AE96-390B4B8C58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8ADE66-4303-9242-803C-694569318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8C26E-AFA3-1F42-B9C5-6317B54AD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39061-53CA-5F46-90DB-E20CFFF99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4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B8B72F-6165-0848-A245-F1E1F879F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327E8D-671A-604A-916D-73EB48378D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EA77AE-7C8B-9A4E-A988-8B5B4ABEE9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88F82B-0AA1-9D47-A419-7A51A7702C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55974F-C871-CC43-97A8-828FAE07E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188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A1DD5-7A5B-1D4B-9E60-8BCD13516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0F85B-322D-2942-A935-1D288016F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312CB-2CCA-664F-9038-6C02A3EAF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EF7D6E-A38A-844E-9A0E-398D01B03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E9D49-1687-9C42-AEB1-6D2B0024C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5DBF1B-E6DB-0541-9AD7-DCC1238ED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4515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40B9D-DD14-5F46-87C1-09E084636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120F1-0681-E249-AC78-B8EEBAE34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963D330-1474-E540-AB8D-64DCB3F28A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0E5909E-BD62-814B-A749-2CF69A21B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CD14BB-05C7-5E4F-8FE7-785CC37327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8CB0F7-2934-2D42-A6D8-B69F7D6428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07DAF-C167-8147-9736-F160D5857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5A5E1FB-E3B5-DA4F-8451-E674F861C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69354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04E2F-18A6-7A48-BFB9-CD08B47147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8CE7F5-3AFB-8346-9A54-14B1A013AA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3A3871-C702-784A-ABBD-E9B43D33E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B1138-07F2-7D4A-A4A2-763E6F216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11135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404FC4-2362-1540-A20D-07C71A7F9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0A633C0-A3DE-2542-B58A-7882B65E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A6DB5A-9EFD-DF4E-99A0-1E91AC14E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573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9E2C0-3BD4-2743-A13A-05E14EB86F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67893B-8CD9-404C-83C4-DFB501A48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38560-4AEC-8545-9B98-F24318EF16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C4F05F-6271-D64D-AADA-B6BF307A1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45BEC-3D92-BD4F-A6C0-728828BCFD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DC2919-320E-3B4D-9B10-C5594DC51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7744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C41585-9E3C-D248-B199-CEBE22CF7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24B922-015C-9046-A947-8081603A1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0EF79FC-FF84-FE4D-AA86-42FA66439D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AA608F-D764-5845-BB74-C0831C6A3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17C37A0-8E49-E143-95EA-A39078CB6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C4D01C-A1E5-1E46-B264-B6317A68F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06323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4273E-8EDD-5642-8DCC-5AF80C0F1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1E35E-5D60-C749-8B85-D055E9862B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7EC62-F87F-4644-B941-2B5915CAAF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2C0DA0-A121-4345-B24E-68B24C373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AF5888-AE80-C145-959A-BD8F84207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6866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76681E-BC50-4244-80C8-B4A1B698D63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3B8009-1B37-B14D-9F72-165B0E1F30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4CFCD1-B170-B540-922C-A00872EF6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F8D5A-AC92-E14C-9729-7F8866C79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3FA78A-EB5D-4A4F-BF94-D227FF405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7095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565F64E-8B76-4F44-87EE-2018E0898F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FF3E40-A28C-3D4C-9628-EA95CF938D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EB7B9-FE11-DD41-A348-357493070F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E990874-5509-E944-832E-25F9318DD2C0}" type="datetimeFigureOut">
              <a:rPr lang="en-US" smtClean="0"/>
              <a:t>2/22/21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C0855-8C04-A944-A672-6284022374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21DD18-406A-6141-99A4-7C5836C114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B50E5A-EDF2-D342-9172-58E91BDAD0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244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B2D24BF6-537C-974A-986B-B1F8A781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71004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Text, letter&#10;&#10;Description automatically generated">
            <a:extLst>
              <a:ext uri="{FF2B5EF4-FFF2-40B4-BE49-F238E27FC236}">
                <a16:creationId xmlns:a16="http://schemas.microsoft.com/office/drawing/2014/main" id="{B6C74BD9-73D6-0148-AFC5-7D9987AE2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6486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E7067DA9-7A81-944C-8B10-1E6FD718C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447" y="0"/>
            <a:ext cx="1022710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6266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0</Words>
  <Application>Microsoft Macintosh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OShea, Brian</dc:creator>
  <cp:lastModifiedBy>OShea, Brian</cp:lastModifiedBy>
  <cp:revision>2</cp:revision>
  <dcterms:created xsi:type="dcterms:W3CDTF">2021-02-22T18:05:00Z</dcterms:created>
  <dcterms:modified xsi:type="dcterms:W3CDTF">2021-02-22T18:42:27Z</dcterms:modified>
</cp:coreProperties>
</file>