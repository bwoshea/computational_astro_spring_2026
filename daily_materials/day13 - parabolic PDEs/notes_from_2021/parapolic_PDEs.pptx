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23E48-3D28-634B-88E1-0FA6D4A8A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CF21E3-8171-DD42-AFF8-B84A0ED7F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7429A-2BD3-D24E-8929-B70FF002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B1D9-800B-744E-9EB7-F7215CC0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D00E-D617-774A-A304-A05DA8B2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39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50FD2-D8EC-1A41-9A5A-748D0B79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9F289-FE11-B142-9231-C6D6C5447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5B31-1C5B-9345-AD54-AB081C93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8F9B2-B08F-FF40-8109-4D002A06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5EA6B-A7FE-9845-A6C9-3E3DD3C8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8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F696-C8C9-9640-9671-47383318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8BF30-AB71-864E-B44E-5F1A4150A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795C7-568E-BB45-A1B2-B4175766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9930C-32A6-BC4E-AD9A-531C19E9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E091-A518-9645-A3FD-710163CF8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82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010B-87E8-4147-B02E-CC546FB3D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1C39A-02BC-7B4B-A62B-16171EB405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9274B-1433-604D-AABD-5EE0C7830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86194-D38D-034D-B67E-735A1CAE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8A337-1D4F-5A4F-A8DF-D1179F50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4F3B0-73F4-6046-8BEB-A540DDD0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6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DFF2-D8CA-054D-AFD0-3D4C17522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8B3ED-6F1C-8242-A395-2919F0905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77F82-5569-5F4B-9D62-1DC106EDDF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61B3D-94F3-9444-886A-79D1FC7BD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ACE1F6-BE85-B345-A3D7-04F902ACEA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70C322-088A-D74E-913D-2677482A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09DB2D-ADA2-AB40-9671-299CCEBD0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8FF77B-D3A3-284D-B9EA-053186C0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1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311F-031F-EC40-B06F-8334256B1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A8B81-B579-EC40-B017-038921EE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42253-1733-F140-AB67-9C4F8787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7E19F-82A8-9A4E-B82A-F6C026FAC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6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1D678-5266-9E45-83B6-FA1DC7D6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CE4402-82C1-A248-A3BF-51D9FBF82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2BFEB-7003-3C4C-88C5-5FAD12C7F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F0B3-A0A6-7F4F-B1FB-E3FE6900D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E0BF7-9B16-5E49-AC8B-FC2FC90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8A4A2C-B139-BA41-901F-1E69AAA3D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FB210-DF34-F84C-95DD-3567A487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886B2-9CC4-BD47-AF7B-C5A116BD4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0C16A-C737-6B4C-867A-A9F122D73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8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015CB-8A24-CB44-B632-D718FFAF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AE378-FA02-FB49-9AB4-18DA1C442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30174-DC50-E644-BEC4-E1CE833F0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9B27E-1607-B84A-96E7-95E185F28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C2727-77E2-564F-80E9-1AF8856D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35B87-B21C-1549-AA41-9E6D22E19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3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E5B54-C583-044E-B2F3-52B260297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95F20-D92E-824E-93B9-12FF381E0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3D3A-7467-7042-AC78-1115C5DA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78BD7-ACF1-024A-8866-032547A41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BE325-E54E-2E43-8840-B333D85F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0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124491-27A3-AA4E-A346-C66067C7FE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9DAA2-1EDD-A243-9576-ED8C8EB59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32E37-B566-3743-815A-C5C02AF0E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4DF9F-A4CC-7348-8974-A196BE6D1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E12C5-EFC5-3149-9060-CAA3904E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33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90992B-9379-9940-9D22-A062064C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10A2B-C00D-2044-9571-8DC789628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E3CFB-B8EB-8B4B-982C-3F1ED715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D53EF-3C3D-9640-AE62-46ED68CCAA83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19AC-F682-C046-BB89-689864BB8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B18FE-06E7-A04F-9BA7-95B4A2F926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16C36-E4DA-5742-936B-5E51307665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41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E642CA4F-8BAF-774B-84EB-1CD66B85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77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text, letter&#10;&#10;Description automatically generated">
            <a:extLst>
              <a:ext uri="{FF2B5EF4-FFF2-40B4-BE49-F238E27FC236}">
                <a16:creationId xmlns:a16="http://schemas.microsoft.com/office/drawing/2014/main" id="{81BF9BB9-6015-B04D-BBD1-5DC465ECD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49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7BC788C2-6E41-4E45-8E6D-FE8A2AD9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08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02F7B2E7-C8FC-6148-AA6C-359AAE23B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55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65A618D4-7810-914B-AB94-D1FA94DBC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8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A14DBBC3-1876-974A-B004-E91355A24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10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5DDC738D-44CF-7C47-B777-13BB907FA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14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1</cp:revision>
  <dcterms:created xsi:type="dcterms:W3CDTF">2021-02-22T15:26:27Z</dcterms:created>
  <dcterms:modified xsi:type="dcterms:W3CDTF">2021-02-22T18:05:13Z</dcterms:modified>
</cp:coreProperties>
</file>